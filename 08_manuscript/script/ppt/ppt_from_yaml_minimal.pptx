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YAML slide spec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50040" y="914400"/>
            <a:ext cx="164592" cy="5029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CCFBF1"/>
          </a:solidFill>
          <a:ln>
            <a:solidFill>
              <a:srgbClr val="CCFBF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PHD PRE-DEFENSE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Ephb1调控线粒体心磷脂含量减轻NLRP3炎症小体引发的焦亡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博士论文预答辩汇报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166360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5276088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答辩人：龚宝铭 导师：吴晓晖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炎症的疾病负担与机制研究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 figure / concept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焦亡执行作为独立的调控层级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 figure / concept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心磷脂是执行调控的候选靶点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 figure / concept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细胞外空间信息翻译为炎症小体执行强度的可能性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 figure / concept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FF6FF"/>
          </a:solidFill>
          <a:ln>
            <a:solidFill>
              <a:srgbClr val="EFF6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科学问题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Introduction figure / concept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236208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345936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Eph蛋白家族是否通过调节心磷脂含量调控NLRP3炎症小体引发的焦亡？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 第一部分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遗传筛选鉴定出 Ephb1 是炎症小体输出的候选调节因子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 缺陷降低了所有激活途径的 IL-1β 释放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 缺陷广泛减弱了细胞焦亡的裂解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 第二部分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 缺陷不影响转录启动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 缺陷不会导致广泛性分泌缺陷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IL-1β 释放减少在不同激活强度下持续存在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ASC 寡聚化在 Ephb1 缺陷的巨噬细胞中保持完整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Caspase-1 激活和底物裂解保持完整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结果第3部分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Ephb1缺陷减少炎症小体激活过程中的线粒体损伤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Ephb1缺陷减少胞质mtDNA释放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Ephb1缺陷减少早期线粒体富集GSDMD-NT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结果第4部分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Ephb1缺乏会降低心磷脂含量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减少心磷脂合成抑制炎症小体诱导的 IL-1β 释放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破坏心磷脂重塑也能抑制炎症输出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结果第5部分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以心磷脂为中心的多组学分析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膜环境轴变化剧烈且可预测心磷脂含量变化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5F3FF"/>
          </a:solidFill>
          <a:ln>
            <a:solidFill>
              <a:srgbClr val="F5F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PI3K–AKT–mTOR 信号传导是与膜环境最密切相关的途径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27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0614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figure placeholder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7444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153912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26364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请补充该页 figure 或一句阶段性结论。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E5E7EB"/>
          </a:solidFill>
          <a:ln>
            <a:solidFill>
              <a:srgbClr val="E5E7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YAML 自动生成的章节过渡页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0" y="1417320"/>
            <a:ext cx="502920" cy="3886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1463040" cy="292608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要点：Ephb1 调节执行层而不是激活层的炎症输出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975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Mechanistic model / summary graphic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359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后续补充图表后可自动替换此区域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6236208"/>
            <a:ext cx="109270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6345936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建议在此页放置机制模型图与一句 take-home message。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92840" y="384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博士预答辩幻灯片（YAML 自动生成）</dc:title>
  <dc:subject>Auto-generated PhD pre-defense slide deck</dc:subject>
  <dc:creator>OpenAI</dc:creator>
  <cp:lastModifiedBy>OpenAI</cp:lastModifiedBy>
  <cp:revision>1</cp:revision>
  <dcterms:created xsi:type="dcterms:W3CDTF">2026-03-20T02:27:11Z</dcterms:created>
  <dcterms:modified xsi:type="dcterms:W3CDTF">2026-03-20T02:27:11Z</dcterms:modified>
</cp:coreProperties>
</file>